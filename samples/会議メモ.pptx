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会議メモ 2026-08-22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来週の予算について話し合った。営業部からは増額の要望が出ているが、根拠となる数字はまだ揃っていない。</a:t>
            </a:r>
          </a:p>
          <a:p>
            <a:pPr lvl="1"/>
            <a:r>
              <a:t>前年比の資料を用意する</a:t>
            </a:r>
          </a:p>
          <a:p>
            <a:pPr lvl="1"/>
            <a:r>
              <a:t>判断は経営会議で行う</a:t>
            </a:r>
          </a:p>
          <a:p>
            <a:pPr lvl="1"/>
            <a:r>
              <a:t>日程はまだ決まっていない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費用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440000"/>
          <a:ext cx="79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0000"/>
                <a:gridCol w="2640000"/>
                <a:gridCol w="2640000"/>
              </a:tblGrid>
              <a:tr h="480000">
                <a:tc>
                  <a:txBody>
                    <a:bodyPr/>
                    <a:lstStyle/>
                    <a:p>
                      <a:r>
                        <a:t>項目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金額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t>会場費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1,250,000 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野村</a:t>
                      </a:r>
                    </a:p>
                  </a:txBody>
                  <a:tcPr/>
                </a:tc>
              </a:tr>
              <a:tr h="480000">
                <a:tc>
                  <a:txBody>
                    <a:bodyPr/>
                    <a:lstStyle/>
                    <a:p>
                      <a:r>
                        <a:t>印刷費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84,000 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田中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進め方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20000" y="2160000"/>
            <a:ext cx="1800000" cy="72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申請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520000" y="2376000"/>
            <a:ext cx="720000" cy="28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40000" y="2160000"/>
            <a:ext cx="1800000" cy="72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承認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40000" y="2376000"/>
            <a:ext cx="720000" cy="28800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760000" y="2160000"/>
            <a:ext cx="1800000" cy="7200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800"/>
              <a:t>発注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